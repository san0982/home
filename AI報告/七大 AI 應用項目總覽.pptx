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Plus Jakarta Sans ExtraBold"/>
      <p:bold r:id="rId7"/>
      <p:boldItalic r:id="rId8"/>
    </p:embeddedFont>
    <p:embeddedFont>
      <p:font typeface="Plus Jakarta Sans SemiBold"/>
      <p:regular r:id="rId9"/>
      <p:bold r:id="rId10"/>
      <p:italic r:id="rId11"/>
      <p:boldItalic r:id="rId12"/>
    </p:embeddedFont>
    <p:embeddedFont>
      <p:font typeface="Noto Sans TC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usJakartaSansSemiBold-italic.fntdata"/><Relationship Id="rId10" Type="http://schemas.openxmlformats.org/officeDocument/2006/relationships/font" Target="fonts/PlusJakartaSansSemiBold-bold.fntdata"/><Relationship Id="rId13" Type="http://schemas.openxmlformats.org/officeDocument/2006/relationships/font" Target="fonts/NotoSansTC-bold.fntdata"/><Relationship Id="rId12" Type="http://schemas.openxmlformats.org/officeDocument/2006/relationships/font" Target="fonts/PlusJakartaSa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lusJakartaSa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usJakartaSansExtraBold-bold.fntdata"/><Relationship Id="rId8" Type="http://schemas.openxmlformats.org/officeDocument/2006/relationships/font" Target="fonts/PlusJakartaSans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7275" y="1748730"/>
            <a:ext cx="11049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548705"/>
            <a:ext cx="106680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020919" y="920055"/>
            <a:ext cx="24090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AGENDA &amp; OVERVIEW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666750"/>
            <a:ext cx="470730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七大 AI 應用項目探討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69172" y="1853505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01048" y="1853505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7992" y="1853505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762000" y="3088630"/>
            <a:ext cx="476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B82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62000" y="3958679"/>
            <a:ext cx="476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B82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02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62000" y="4828877"/>
            <a:ext cx="476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B82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03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62000" y="5703689"/>
            <a:ext cx="476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B82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04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477000" y="3088630"/>
            <a:ext cx="476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B82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05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6477000" y="3958679"/>
            <a:ext cx="476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B82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06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6477000" y="4833639"/>
            <a:ext cx="476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B82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07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2543175" y="1805880"/>
            <a:ext cx="25434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2940397" y="1755427"/>
            <a:ext cx="1128563" cy="367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Noto Sans TC"/>
                <a:ea typeface="Noto Sans TC"/>
                <a:cs typeface="Noto Sans TC"/>
                <a:sym typeface="Noto Sans TC"/>
              </a:rPr>
              <a:t>問題場景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Problem Statement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5202882" y="1805880"/>
            <a:ext cx="25434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02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5600104" y="1755427"/>
            <a:ext cx="1100732" cy="367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Noto Sans TC"/>
                <a:ea typeface="Noto Sans TC"/>
                <a:cs typeface="Noto Sans TC"/>
                <a:sym typeface="Noto Sans TC"/>
              </a:rPr>
              <a:t>傳統方法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Traditional Method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7834758" y="1805880"/>
            <a:ext cx="25434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03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8231981" y="1755427"/>
            <a:ext cx="685800" cy="367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Noto Sans TC"/>
                <a:ea typeface="Noto Sans TC"/>
                <a:cs typeface="Noto Sans TC"/>
                <a:sym typeface="Noto Sans TC"/>
              </a:rPr>
              <a:t>解決方案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AI Solution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0051702" y="1805880"/>
            <a:ext cx="25434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04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10448925" y="1755427"/>
            <a:ext cx="685800" cy="367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Noto Sans TC"/>
                <a:ea typeface="Noto Sans TC"/>
                <a:cs typeface="Noto Sans TC"/>
                <a:sym typeface="Noto Sans TC"/>
              </a:rPr>
              <a:t>實際應用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Use Cases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1238250" y="3075235"/>
            <a:ext cx="1407519" cy="321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AI 知識問答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238250" y="3945433"/>
            <a:ext cx="1060132" cy="321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會議助理</a:t>
            </a:r>
            <a:endParaRPr/>
          </a:p>
        </p:txBody>
      </p:sp>
      <p:pic>
        <p:nvPicPr>
          <p:cNvPr descr="image.png" id="110" name="Google Shape;11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62200" y="3968204"/>
            <a:ext cx="1524148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/>
          <p:nvPr/>
        </p:nvSpPr>
        <p:spPr>
          <a:xfrm>
            <a:off x="1238250" y="4815482"/>
            <a:ext cx="1060132" cy="321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問題查偵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238250" y="5690443"/>
            <a:ext cx="1325165" cy="321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流程自動化</a:t>
            </a:r>
            <a:endParaRPr/>
          </a:p>
        </p:txBody>
      </p:sp>
      <p:pic>
        <p:nvPicPr>
          <p:cNvPr descr="image.png" id="113" name="Google Shape;11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14612" y="5722739"/>
            <a:ext cx="867816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/>
        </p:nvSpPr>
        <p:spPr>
          <a:xfrm>
            <a:off x="6953250" y="3075235"/>
            <a:ext cx="1749749" cy="321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程式設計 AI 化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6953250" y="3945433"/>
            <a:ext cx="1821946" cy="321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語意 / 程式補全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6953250" y="4820245"/>
            <a:ext cx="2120265" cy="321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Noto Sans TC"/>
                <a:ea typeface="Noto Sans TC"/>
                <a:cs typeface="Noto Sans TC"/>
                <a:sym typeface="Noto Sans TC"/>
              </a:rPr>
              <a:t>統一團隊設計規格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